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457200"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0836AFF9-1176-4932-98F6-B40F21F0CCE8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1143000" y="685800"/>
            <a:ext cx="4571280" cy="342828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Demonstrates why floating dependency versions are dangerous.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08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D8237DE7-8C52-4ECE-BC26-D1DBACDA62D6}" type="slidenum"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F7FA02C-3F19-4E84-932F-90D2BAAA7360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440" cy="1161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920" cy="5852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440" cy="4690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6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E975142-4A42-4D19-B711-67C87D37D61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5680" cy="56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5680" cy="804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6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A097A4A8-7519-4FB2-8959-EF91B512A0A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2523FF3-757B-4AB4-8A5B-4DBDEC0E7BD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957054AD-E8E0-4E63-AC7E-D19C51D861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668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200" cy="5850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CF70097-708C-4505-9FAC-0024877C94C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358A1A8-53F5-44A6-B1CB-695A128198E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1680" cy="1361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1680" cy="1499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6812085-17E0-4BF5-940E-7BDD924C1E4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76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9C30675-AFB6-412B-AB01-BE6C12ADEF2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56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56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000" cy="639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000" cy="395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8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6E35DF6-E2FE-43CE-A0BF-E5202B11B9D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76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000" cy="3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47BA3D48-F51D-4C77-A0B9-EF1D1543263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88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1680" cy="1469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Reproducible Dependency Management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080" cy="175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Tri-State Software Developer Conference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Patrick Murrell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ctr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Feburary 28, 2026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Why Reproducibility Matters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Build the same software today, tomorrow, and in production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Eliminate hidden drift across environments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Protect against supply chain attacks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Reduce debugging complexity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Real-World Failure: npm Supply Chain Attacks (2025)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Malicious packages injected into popular npm libraries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Auto-updating dependency ranges pulled compromised versions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 pipelines deployed malicious code automatically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Teams without lock files were hardest hit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Tradeoffs of Strict Reproducibility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Security patches are not automatic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Requires intentional upgrade workflow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More planning, less surprise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When Should You Upgrade?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Critical security patches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Feature requirements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Language/runtime incompatibility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Bug impacting reliability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End-of-life dependencies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Your boss tells you to. 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This never happens unless one of the above is mentioned in a popular news article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Principle: Avoid arbitrary upgrades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Reproducible .NET Builds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2"/>
          <p:cNvSpPr/>
          <p:nvPr/>
        </p:nvSpPr>
        <p:spPr>
          <a:xfrm>
            <a:off x="457200" y="274320"/>
            <a:ext cx="822888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3"/>
          <p:cNvSpPr/>
          <p:nvPr/>
        </p:nvSpPr>
        <p:spPr>
          <a:xfrm>
            <a:off x="457560" y="1417320"/>
            <a:ext cx="7380000" cy="4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csproj Configuration for Deterministic NuGet Restores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Box 4"/>
          <p:cNvSpPr/>
          <p:nvPr/>
        </p:nvSpPr>
        <p:spPr>
          <a:xfrm>
            <a:off x="457200" y="2514600"/>
            <a:ext cx="82288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&lt;PropertyGroup&gt;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&lt;RestorePackagesWithLockFile&gt;true&lt;/RestorePackagesWithLockFile&gt;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&lt;RestoreLockedMode&gt;true&lt;/RestoreLockedMode&gt;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  &lt;ContinuousIntegrationBuild&gt;true&lt;/ContinuousIntegrationBuild&gt;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&lt;/PropertyGroup&gt;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.NET Upgrade Workflow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Hardcode package versions in .csproj files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Regenerate packages.lock.json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dotnet restore --force-evaluate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Resolve version conflicts explicitly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Node.js Reproducibility</a:t>
            </a:r>
            <a:endParaRPr lang="en-US" sz="4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Box 2"/>
          <p:cNvSpPr/>
          <p:nvPr/>
        </p:nvSpPr>
        <p:spPr>
          <a:xfrm>
            <a:off x="457200" y="274320"/>
            <a:ext cx="4012560" cy="577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3"/>
          <p:cNvSpPr/>
          <p:nvPr/>
        </p:nvSpPr>
        <p:spPr>
          <a:xfrm>
            <a:off x="457200" y="1600560"/>
            <a:ext cx="618480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Locking Dependencies with npm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4"/>
          <p:cNvSpPr/>
          <p:nvPr/>
        </p:nvSpPr>
        <p:spPr>
          <a:xfrm>
            <a:off x="457200" y="2743560"/>
            <a:ext cx="82288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# Update lock file only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npm install --package-lock-only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 Lock transitive dependencies for local dev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npm shrinkwrap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# CI/CD installs exact versions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npm ci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External Program Best Practices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Prefer package managers over raw binaries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Never store binaries in Git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Binaries in git cause massive repo size inflation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Pin versions explicitly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Validate SHA hashes for downloads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Use build systems that create immutable images (such as Docker)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Utilize tools such as Debian snapshot system to pull exact versions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Operating System Reproducibility</a:t>
            </a:r>
            <a:endParaRPr lang="en-US" sz="4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Box 2"/>
          <p:cNvSpPr/>
          <p:nvPr/>
        </p:nvSpPr>
        <p:spPr>
          <a:xfrm>
            <a:off x="457200" y="274320"/>
            <a:ext cx="737640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3"/>
          <p:cNvSpPr/>
          <p:nvPr/>
        </p:nvSpPr>
        <p:spPr>
          <a:xfrm>
            <a:off x="457200" y="1600200"/>
            <a:ext cx="622224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Debian Snapshot Version Pinning Example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Box 4"/>
          <p:cNvSpPr/>
          <p:nvPr/>
        </p:nvSpPr>
        <p:spPr>
          <a:xfrm>
            <a:off x="457200" y="2743560"/>
            <a:ext cx="8228880" cy="457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ourier New"/>
              </a:rPr>
              <a:t>ARG AptPackageVersionPinDateTime=20250917T093921Z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 echo "deb [check-valid-until=no] https://snapshot.debian.org/archive/debian/$AptPackageVersionPinDateTime/ bookworm main" &gt; /etc/apt/sources.list.d/snapshot.list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2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RUN apt-get update &amp;&amp; apt-get install -y --no-install-recommends ffmpeg sox imagemagick ghostscript libreoffice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External Download Example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914400" y="1600200"/>
            <a:ext cx="7315200" cy="48006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spAutoFit/>
          </a:bodyPr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ENV WEBSOCAT_VER v1.12.0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ARG WEBSOCAT_SHA512=33B7142EE7B094FE236608987F3D9243B67B989BCCDDCCCFDB0D6A67B33661B1112F136317AFDA64162E4C3E46EFBB0960C4DF5CA65375F11605EE558D053335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RUN wget -O /usr/local/bin/websocat https://github.com/vi/websocat/releases/download/${WEBSOCAT_VER}/websocat.x86_64-unknown-linux-musl \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 &amp;&amp; echo "$WEBSOCAT_SHA512  /usr/local/bin/websocat" | sha512sum -c - \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 &amp;&amp; chmod +x /usr/local/bin/websocat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RUN apt purge -y wget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Compile from source example: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RUN git clone https://github.com/SIPp/sipp.git &amp;&amp; \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 cd sipp &amp;&amp; \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 git checkout 1126a8b27af21850a74b1f17b9c9af5c6c8d4309 &amp;&amp; \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  <a:p>
            <a:r>
              <a:rPr lang="en-US" sz="1300" b="0" u="none" strike="noStrike">
                <a:solidFill>
                  <a:srgbClr val="000000"/>
                </a:solidFill>
                <a:effectLst/>
                <a:uFillTx/>
                <a:latin typeface="Liberation Mono;Courier New;DejaVu Sans Mono"/>
              </a:rPr>
              <a:t>    cmake . -DUSE_PCAP=1 &amp;&amp; make &amp;&amp; make install 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Liberation Mono;Courier New;DejaVu Sans Mono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Real-World Failure: Floating Container Tags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Using 'latest' caused unexpected production changes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Upstream image updates broke deployments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Rollbacks were impossible without version history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Solution: Pin exact tag or immutable digest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Kubernetes &amp; Helm Reproducibility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Pin container image tags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Prefer immutable digests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Pin Helm chart versions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Set Argo targetRevision explicitly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Full Stack Reproducibility Layers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Programming Language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Package Manager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Operating System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Container Image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Kubernetes &amp; Helm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8880" cy="114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Areas for Improvement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"/>
          <p:cNvSpPr/>
          <p:nvPr/>
        </p:nvSpPr>
        <p:spPr>
          <a:xfrm>
            <a:off x="1298880" y="1600200"/>
            <a:ext cx="624456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Predictable package sourcing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Apt Cacher Ng server for operating system package reproducibility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Harbor or some container registry for image hosting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Self Hosting Helm packages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lvl="1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Nuget and npm mirror servers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Conclusion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Predictable builds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Protection from supply chain attacks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Simplified debugging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Consistency across environments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Reproducibility is a reliability strategy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880" cy="1142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Q&amp;A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8880" cy="452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How does your team manage dependency upgrades?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Where do you allow version drift?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</TotalTime>
  <Application>LibreOffice/26.2.0.3$Linux_X86_64 LibreOffice_project/afbbd0df0edb6d40b450b0337ac646b0913a760c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2026-02-28T08:52:15Z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